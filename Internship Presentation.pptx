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c72ee8c8-1b02-4e4f-8989-935dfbd8345a.fntdata" /><ns0:Relationship Id="rIdFont15" Type="http://schemas.openxmlformats.org/officeDocument/2006/relationships/font" Target="fonts/33ec2359-dfa0-4f6d-aa62-fb695f821b0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355752"/>
            <a:ext cx="2352675" cy="361950"/>
          </a:xfrm>
          <a:prstGeom prst="roundRect">
            <a:avLst>
              <a:gd name="adj" fmla="val 210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40297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SUMMER INTERNSHIP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54622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Deloitte Australia Data Analytics Job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84252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Himanshu Kushwaha | IILM University | Forage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1952"/>
            <a:ext cx="21431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14 May 2026 – 19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0" y="2530673"/>
            <a:ext cx="3810000" cy="2543175"/>
          </a:xfrm>
          <a:prstGeom prst="roundRect">
            <a:avLst>
              <a:gd name="adj" fmla="val 59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040385"/>
            <a:ext cx="308610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76700" y="4040385"/>
            <a:ext cx="308610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About the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92585"/>
            <a:ext cx="64960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A practical job simulation completed with Deloitte Australia via Forage, focused on real-world data analytics tasks, transforming raw client data into impactful commercial insights, and building professional consulting acumen.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4325" y="2844998"/>
            <a:ext cx="647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0" y="2844998"/>
            <a:ext cx="1750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Himanshu Kushwaha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4325" y="3283148"/>
            <a:ext cx="895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600" y="3283148"/>
            <a:ext cx="12668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IILM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4325" y="3721298"/>
            <a:ext cx="1095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Delivered 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9825" y="3721298"/>
            <a:ext cx="1371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Deloitte / Forage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4325" y="4159448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5975" y="4159448"/>
            <a:ext cx="1762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14 May – 19 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325" y="4597598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450" y="4597598"/>
            <a:ext cx="1774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Simulation 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240410"/>
            <a:ext cx="33575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649985"/>
            <a:ext cx="3357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Modules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725" y="4240410"/>
            <a:ext cx="33575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Inter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6725" y="4649985"/>
            <a:ext cx="3357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Weeks Duration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621035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16385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411735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307085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5202435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25" y="182106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0125" y="271641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0125" y="361176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0125" y="450711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0125" y="540246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Objectives of the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82106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3525" y="1892498"/>
            <a:ext cx="8858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Understand enterprise data analytics workflows through professional simulation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71641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3525" y="2787848"/>
            <a:ext cx="8453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Examine client datasets to extract meaningful commercial and operational insights.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61176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3683198"/>
            <a:ext cx="8870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Build practical skills in data structuring, dashboarding, and stakeholder communication.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450711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578548"/>
            <a:ext cx="8679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Gain exposure to consulting standards for delivering data-backed recommendations.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540246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5473898"/>
            <a:ext cx="852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Develop professional autonomy in solving ambiguous business problems with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2000" y="2778323"/>
          <a:ext cx="10667998" cy="2276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92153"/>
                <a:gridCol w="4146946"/>
                <a:gridCol w="1446758"/>
                <a:gridCol w="1182141"/>
              </a:tblGrid>
              <a:tr h="569118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Simulation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Focus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Completed 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9118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Task 1: Data Discovery &amp; Cleansing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Understanding client requirements &amp; data hygiene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15 Jun 2026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9118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Task 2: Data Analysis &amp; Interpretation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Investigating trends and commercial metrics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14 Jul 2026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9121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Task 3: Dashboard &amp; Client Presentation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Visualising data and communicating insights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19 Sep 2026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Simulation Tasks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8957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As per official Deloitte Australia Data Analytics Job Simulation transcript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92510"/>
            <a:ext cx="3403550" cy="36195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1992510"/>
            <a:ext cx="3403550" cy="36195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992510"/>
            <a:ext cx="3403550" cy="36195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What Each Module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2306835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706885"/>
            <a:ext cx="28701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Analyzing client needs, evaluating data structures, identifying data quality issues, and preparing datasets for deep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8475" y="2306835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2706885"/>
            <a:ext cx="28701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Conducting rigorous exploratory data analysis to uncover performance trends, anomalies, and key drivers for client business 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2306835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Insights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2706885"/>
            <a:ext cx="28701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Synthesizing analytical results into executive-ready dashboards and clear strategic recommendations for stakeholders.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356270"/>
            <a:ext cx="10668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04020"/>
            <a:ext cx="10668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451770"/>
            <a:ext cx="10668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499520"/>
            <a:ext cx="10668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5547270"/>
            <a:ext cx="10668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59439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64214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68989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73764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5785395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Key Learning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1684883"/>
            <a:ext cx="8310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Hands-on experience with corporate data analytics problem-solving frameworks.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2732633"/>
            <a:ext cx="809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Proficiency in evaluating data quality and structuring unstructured client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1625" y="3780383"/>
            <a:ext cx="838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Ability to translate complex quantitative data into digestible executive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4828133"/>
            <a:ext cx="8012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Enhanced commercial awareness and professional consulting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5875883"/>
            <a:ext cx="7536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Bridging technical data analysis with strategic decision-making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014787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58345" y="1804987"/>
            <a:ext cx="247530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F8FAFC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414587"/>
            <a:ext cx="9525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The Deloitte Australia Data Analytics Job Simulation provided a robust, practical introduction to professional data analytics. Completing all simulation modules has significantly strengthened my analytical capabilities and equipped me with industry-standard consulting skills for future academic and professional endeavors.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2138" y="4424362"/>
            <a:ext cx="178772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4390" y="4862512"/>
            <a:ext cx="6703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Himanshu Kushwaha | himanshu.kushwaha.cs28@iilm.edu | IILM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