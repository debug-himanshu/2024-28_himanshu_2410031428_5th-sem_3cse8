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263781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26378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148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SUMMER INTERNSHIP REPORT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80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Artificial Intelligence &amp; Data Analytics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3703320"/>
            <a:ext cx="27432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9776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Kushwaha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2026 India Internship (Cisco Networking Academy)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May 2026 – 19 June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Internship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self-paced internship program organised by IILM University in partnership with the Cisco Networking Academy, focused on building practical skills in Artificial Intelligence and Data Analytics through applied, real-world exercises.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310896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2461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Completed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14600" y="310896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514600" y="32461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3931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Duration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80560" y="310896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80560" y="32461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3931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 Involved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49440" y="1234440"/>
            <a:ext cx="4663440" cy="4892040"/>
          </a:xfrm>
          <a:prstGeom prst="roundRect">
            <a:avLst>
              <a:gd name="adj" fmla="val 2353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0" y="1463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Snapshot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20116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
</a:t>
            </a:r>
            <a:endParaRPr lang="en-US" sz="10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Kushwaha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26974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
</a:t>
            </a:r>
            <a:endParaRPr lang="en-US" sz="10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33832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via
</a:t>
            </a:r>
            <a:endParaRPr lang="en-US" sz="10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Networking Academy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40690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
</a:t>
            </a:r>
            <a:endParaRPr lang="en-US" sz="10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India Internship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47548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
</a:t>
            </a:r>
            <a:endParaRPr lang="en-US" sz="10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May – 19 Jun 2026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54406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
</a:t>
            </a:r>
            <a:endParaRPr lang="en-US" sz="10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certificates + digital badges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Report  |  Himanshu Kushwaha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the Internship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39903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fundamentals and evolution of modern Artificial Intelligence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26771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how AI models extract insights from unstructured data, e.g. customer reviews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13639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practical skills in data analytics: cleaning, exploration, and interpretation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00507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exposure to real-world applications of AI in business decision-making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87375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the ability to independently learn and apply new AI-based tools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Report  |  Himanshu Kushwaha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Courses Completed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per the official Cisco Networking Academy learning transcript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2926080"/>
        </p:xfrm>
        <a:graphic>
          <a:graphicData uri="http://schemas.openxmlformats.org/drawingml/2006/table">
            <a:tbl>
              <a:tblPr/>
              <a:tblGrid>
                <a:gridCol w="3840480"/>
                <a:gridCol w="3931920"/>
                <a:gridCol w="1828800"/>
                <a:gridCol w="146304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 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Introduction to Modern 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Gunjan Mittal Roy, Swati Vashisht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Jun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Insights with 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(Apply AI: Analyze Customer Reviews)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Narinder Verma, Swati Vashisht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Jun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Analytics Essentials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Swati Vashisht, Varsha Srivastava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Jun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Report  |  Himanshu Kushwaha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Course Covered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11880" cy="4297680"/>
          </a:xfrm>
          <a:prstGeom prst="roundRect">
            <a:avLst>
              <a:gd name="adj" fmla="val 3038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916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5146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Modern AI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3756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AI concepts, how AI systems learn from data, ML vs traditional programming, and an overview of generative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1371600"/>
            <a:ext cx="3611880" cy="4297680"/>
          </a:xfrm>
          <a:prstGeom prst="roundRect">
            <a:avLst>
              <a:gd name="adj" fmla="val 3038"/>
            </a:avLst>
          </a:prstGeom>
          <a:solidFill>
            <a:srgbClr val="F4F6FB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6916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09160" y="25146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Insights with AI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333756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sentiment analysis and theme extraction on customer reviews using AI tools to surface business insights quickly.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321040" y="1371600"/>
            <a:ext cx="3611880" cy="4297680"/>
          </a:xfrm>
          <a:prstGeom prst="roundRect">
            <a:avLst>
              <a:gd name="adj" fmla="val 3038"/>
            </a:avLst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8641080" y="16916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595360" y="25146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Analytics Essentials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595360" y="333756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analytics lifecycle — collecting, cleaning, and interpreting data to identify trends and support decisions.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Report  |  Himanshu Kushwaha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 Outcomes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709928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5087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understanding of how modern AI systems function and add business value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04872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60604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40487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for sentiment analysis and theme extraction from customer feedback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30098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502152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502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300984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familiarity with the data analytics workflow, from raw data to insight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19709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4398264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398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97096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self-directed learning and time-management through self-paced study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09320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5294376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294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0932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of how AI and analytics together drive data-informed decisions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Report  |  Himanshu Kushwaha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26378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219456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4E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provided a structured introduction to Artificial Intelligence and Data Analytics, blending theory with hands-on application. Completing all three modules has strengthened my foundation in AI-driven analysis and equipped me with skills applicable to future academic projects and industry roles.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114800"/>
            <a:ext cx="9875520" cy="1737360"/>
          </a:xfrm>
          <a:prstGeom prst="roundRect">
            <a:avLst>
              <a:gd name="adj" fmla="val 5263"/>
            </a:avLst>
          </a:prstGeom>
          <a:solidFill>
            <a:srgbClr val="26378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4343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49834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Kushwaha  |  himanshu.kushwaha.cs28@iilm.edu  |  IILM University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2026-09-09T14:30:01Z</dcterms:created>
  <dcterms:modified xsi:type="dcterms:W3CDTF">2026-09-09T14:30:01Z</dcterms:modified>
</cp:coreProperties>
</file>